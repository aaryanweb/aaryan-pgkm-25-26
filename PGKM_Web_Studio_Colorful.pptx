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Is Coding a Magic Trick?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8141"/>
            <a:ext cx="11139011" cy="13952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700" dirty="0"/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1700" dirty="0"/>
              <a:t>Hello everyone! Welcome to the PGKM Web Studio.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1700" dirty="0"/>
              <a:t>Most people think websites appear out of thin air, but today, we’re going to show you the ‘magic’ behind your favorite apps.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1700" dirty="0"/>
              <a:t>We are the architects of the digital world!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Three Pillars: HTML, CSS, 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To build a website, you need three things: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• HTML → the skeleton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• CSS → makes it look beautiful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• JavaScript → gives it a brain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Without JS, your ‘Buy’ button is just a pretty picture that does nothing!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Creations (Live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Don’t just take our word for it—look at our laptop!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We built a functional Shopping Cart and a Guessing Game using only code.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We didn’t use a website builder; we wrote every line ourselves.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Careers: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5200"/>
            <a:ext cx="9210342" cy="13644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rPr sz="1600" dirty="0"/>
              <a:t>Why are we doing this? Because web development is the gateway to the future.</a:t>
            </a:r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rPr sz="1600" dirty="0"/>
              <a:t>Whether it’s building AI, securing banks, or designing games, it all starts with the code we are learning today.</a:t>
            </a:r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rPr sz="1600" dirty="0"/>
              <a:t>This hobby can become a global career.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Call to Action: The Fun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Before you leave, come to our Fun Zone!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Get your photo taken in our ‘Live Browser’ frame.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Make a secret-code binary bracelet of your name to take home.</a:t>
            </a:r>
          </a:p>
          <a:p>
            <a:pPr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t>Thanks for visiting PGKM!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Presentation Tips for 5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The Hand-off: One student speaks per slide.</a:t>
            </a:r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The Eye Contact: Don’t read from the screen; look at the visitors.</a:t>
            </a:r>
          </a:p>
          <a:p>
            <a:pPr>
              <a:spcAft>
                <a:spcPts val="1000"/>
              </a:spcAft>
              <a:defRPr sz="2800">
                <a:solidFill>
                  <a:srgbClr val="000000"/>
                </a:solidFill>
              </a:defRPr>
            </a:pPr>
            <a:r>
              <a:t>• The Live Action: Tech Lead clicks a button during Slide 3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296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Student</dc:creator>
  <cp:keywords/>
  <dc:description>generated using python-pptx</dc:description>
  <cp:lastModifiedBy>Student</cp:lastModifiedBy>
  <cp:revision>2</cp:revision>
  <dcterms:created xsi:type="dcterms:W3CDTF">2013-01-27T09:14:16Z</dcterms:created>
  <dcterms:modified xsi:type="dcterms:W3CDTF">2026-01-16T09:36:51Z</dcterms:modified>
  <cp:category/>
</cp:coreProperties>
</file>